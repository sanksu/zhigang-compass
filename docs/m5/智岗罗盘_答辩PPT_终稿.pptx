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-1-1.jpg" ContentType="image/jpg"/>
  <Override PartName="/ppt/media/image-10-1.jpg" ContentType="image/jpg"/>
  <Override PartName="/ppt/media/image-11-1.jpg" ContentType="image/jpg"/>
  <Override PartName="/ppt/media/image-20-1.jpg" ContentType="image/jpg"/>
  <Override PartName="/ppt/media/image-5-1.jpg" ContentType="image/jpg"/>
  <Override PartName="/ppt/media/image-6-1.jpg" ContentType="image/jpg"/>
  <Override PartName="/ppt/media/image-8-1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兜底机制四层说明（均有代码实现，见第九轮审查修复 0fb97c63）：</a:t>
            </a:r>
          </a:p>
          <a:p>
            <a:r>
              <a:t>① 抽取层：LLM 调用异常按 超时/限流/5xx/连接 分类映射，多 Provider 指数退避重试；全部 Provider 失败则降级词典/正则规则抽取，结果标记待人工复核（audit 队列）——主流程不阻断、任务可重入。</a:t>
            </a:r>
          </a:p>
          <a:p>
            <a:r>
              <a:t>② 门控层：新兴趋势聚合在 position_name 缺失时，从岗位快照做归一化兜底（normalized_position_from_snapshot），单条脏数据不中断聚合。</a:t>
            </a:r>
          </a:p>
          <a:p>
            <a:r>
              <a:t>③ 解释层：技能解释 LLM 补齐失败仅记日志并继续；空返回 / 超长返回（&gt;500 字）直接拒绝、不落库。</a:t>
            </a:r>
          </a:p>
          <a:p>
            <a:r>
              <a:t>④ 应用层：前端缓存键序列化失败时生成确定性占位键（禁静默 fallback），防止缓存串写。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over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148840"/>
            <a:ext cx="11274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8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智岗罗盘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数据采集与治理 · 13 源三级分级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级（核心招聘）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993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智联招聘 · 脉脉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级（课程/社区）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0449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Coursera · edX · MOOC · GitHub · Stack Overflow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级（权威/趋势）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0965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国家职业分类 · arXiv · 行业报告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9377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15,293 条（JD / 课程 / 论文 / 社区），全链路可审计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6" name="Image 0" descr="images/image-evolution_16x9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爬取管理实时监控 · 清洗管线：去重 → 质量评分（后台执行）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力导向图谱：岗位 / 技能 / 课程 / 证据 多实体异构网络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1639+）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关系：REQUIRES（权重 + 必要性）· LEARNABLE_VIA · EVOLVED_FROM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职能域（5 大骨干 + 4 显式语义域（网络安全/AI应用与智能体/企业应用与系统/产品与项目管理）+ 通用兜底），归类依据逐岗可查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结构化输出契约，非法输出即拒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停用词词典，拦截业务脏词与歧义词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55280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01752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01752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7784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0.8865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57784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  <p:sp>
        <p:nvSpPr>
          <p:cNvPr id="26" name="TextBox 25"/>
          <p:cNvSpPr txBox="1"/>
          <p:nvPr/>
        </p:nvSpPr>
        <p:spPr>
          <a:xfrm>
            <a:off x="457200" y="3813048"/>
            <a:ext cx="112745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lang="en-US" sz="115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兜底机制：LLM 失败 → 多 Provider 退避重试 → 词典 / 正则规则兜底 → 标记人工复核，流程不阻断、全程可重入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images/image-matching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三维评分 + 语义增强 · 差距三态诊断 + 证据链追溯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0.7853）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双信号检测：Z-score + MoM · 新兴/衰退趋势实时追踪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5897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媒介落差指数 MLI：四维信号综合判定产业拐点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learningpath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先修链拓扑排序 + 学时甘特呈现 · 课程 LEARNABLE_VIA 匹配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先修链展开（177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591056"/>
            <a:ext cx="6693408" cy="3813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45920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4864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2D 力导向图谱全景 · ≥100 节点 @ 60fps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0" y="164592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783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三视图切换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214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panorama · techStack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positionPortrait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297180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3108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匹配可视化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98080" y="3447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环形图 · 雷达图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热力图 · 甘特图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429768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0" y="4434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响应式适配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98080" y="4773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平板/移动 2D 固定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5715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可选（动态加载，WebGL2 不可用自动降级 2D）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· 目标 ≥0.90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5,916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120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1,473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9,820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177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另有：10 职能域（5 大骨干 + 4 显式语义域（网络安全/AI应用与智能体/企业应用与系统/产品与项目管理）+ 通用兜底）· 技能分类权威覆盖 23.9%（用户可见视图 91.7%）· 匹配黄金对 v1/v2 684 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注：数据截至 graph_v20260903 快照（17705 节点/73575 边）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团队分工 · 6 人协作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黄唐尧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前端负责人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图谱可视化 / 交互 / 匹配页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97096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1416" y="193852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后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40096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马兴达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40096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后端负责人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71416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服务 / 部署 / 数据库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36992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11312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211312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算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079992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张恺天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79992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算法负责人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1312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 / 匹配引擎 / 演化算法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00200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刘琪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数据负责人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源采集 / 清洗管线 / 数据治理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197096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416" y="408736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471416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40096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王鹏羽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340096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测试负责人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71416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/ 性能压测 / 黄金集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936992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37" name="Text 35"/>
          <p:cNvSpPr/>
          <p:nvPr/>
        </p:nvSpPr>
        <p:spPr>
          <a:xfrm>
            <a:off x="8211312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文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079992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张怀伟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079992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文档负责人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11312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方案文档 / PPT / 演示视频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项目里程碑 · 55 天全链路交付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3032" cy="0"/>
          </a:xfrm>
          <a:prstGeom prst="line">
            <a:avLst/>
          </a:prstGeom>
          <a:noFill/>
          <a:ln w="25400">
            <a:solidFill>
              <a:srgbClr val="C9D7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37944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M1-M2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07.13-08.05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 + 核心实现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/ 图谱 / 抽取 / 匹配 / 演化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99432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55848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08.06-15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55848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38728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功能完善 + 评测体系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学习路径专家定稿 96.7%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60920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117336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117336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08.16-25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0216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打磨 + 审查 + 性能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高危修复 · P95 达标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122408" y="24323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8878824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78824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08.26-09.04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78824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1704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准确率收尾 + 交付物料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/ 视频 / 源码包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52120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全程：480+ PR · CI 全绿门禁 · 六轮全项目代码审查 · 双机部署实测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losing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3774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0.9632 · 匹配 0.9714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57200" y="49377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2026-09-03T14:03:14Z</dcterms:created>
  <dcterms:modified xsi:type="dcterms:W3CDTF">2026-09-03T14:03:14Z</dcterms:modified>
</cp:coreProperties>
</file>