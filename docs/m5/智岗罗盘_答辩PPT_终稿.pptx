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END-TO-END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全流程链路 · 从多源采集到用户视图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多源采集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 A/B/C 分级 + 信号层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 · robots 合规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27248" y="2240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82696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83864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清洗去重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83864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 · SimHash 语义去重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时效加权 · 长度过滤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52744" y="2240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08192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原始库落库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09360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四大 raw 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17,250 条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78240" y="2240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933688" y="160020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4856" y="17465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34856" y="220370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结构化抽取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34856" y="256946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三道防线防幻觉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六域决策信封全量落库可回放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58368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8368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22,570 节点 / 77,065 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快照版本化 graph_v*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127248" y="4434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282696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3864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3483864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 / 演化引擎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3483864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双信号岗位生命周期检测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52744" y="4434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108192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309360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309360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先修链拓扑排序 · 242 技能字典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 LEARNABLE_VIA · 甘特学时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778240" y="4434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933688" y="379476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34856" y="39410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134856" y="4398264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前端三视图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9134856" y="4764024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 / 技术栈 / 岗位画像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+ ECharts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7455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457200" y="576072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5760720"/>
            <a:ext cx="10817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数据流：17,250 条原始数据 → LLM 结构化抽取（每条断言可回指原始 JD）→ 图谱 22,570 节点/77,065 边 → 四源每日一致性校验 → 用户视图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招聘源 A/B/C 分级 + 信号层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865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BOSS直聘（暂停 · 可逆恢复）· Monster（08.06 停采）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5000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4231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级（国际招聘）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27340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Indeed · Glassdoor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1868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91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级（社区/公开页）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36027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脉脉（夜间实验）· LinkedIn 公开页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87368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160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信号层（课程/权威/趋势）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44714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MOOC · Coursera · edX · arXiv · GitHub/Stack Overflow · 国家职业分类 CSV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17,250 条（JD 11,115 · 课程 1,754 · 论文 2,429 · 社区 1,952），09-04 实查全链路可审计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9" name="Image 0" descr="images/image-pipeline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数据治理管线：采集 → 清洗 → 去重 → 质量评分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3,240）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 11,714（权重+必要性）· LEARNABLE_VIA 9,741 · PREREQUISITE_OF 288 · EVIDENCED_BY 47,911 证据链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职能域（5 大骨干 + 4 显式语义域（网络安全/AI应用与智能体/企业应用与系统/产品与项目管理）+ 通用兜底），归类依据逐岗可查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950208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950208"/>
            <a:ext cx="10817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自动治理 + 人工审核：</a:t>
            </a:r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六域决策信封全量落库——auto_applied 自动入图 · proposal 进管理后台审核队列人工复核 · dict-guard 动态词典拦截，每条决策可回放审计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457200" y="56875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17520" y="5029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017520" y="56875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577840" y="5029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0.8865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577840" y="56875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863840" y="51389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先修链展开（242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45336"/>
            <a:ext cx="3721608" cy="214141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3611880" cy="20316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7947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全景视图 panorama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57200" y="41330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 力导向异构图谱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≥100 节点 @ 60fps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42232" y="1545336"/>
            <a:ext cx="3721608" cy="214141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0" name="Image 1" descr="images/image-techstack_16x9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97096" y="1600200"/>
            <a:ext cx="3611880" cy="20316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97096" y="37947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技术栈视图 techStack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197096" y="41330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→ 岗位关联聚合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热点技术栈一屏总览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882128" y="1545336"/>
            <a:ext cx="3721608" cy="214141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4" name="Image 2" descr="images/image-portrait_16x9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36992" y="1600200"/>
            <a:ext cx="3611880" cy="20316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936992" y="37947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岗位画像 positionPortrait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936992" y="41330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单岗位能力雷达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技能要求 + 差距诊断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4983480"/>
            <a:ext cx="3611880" cy="960120"/>
          </a:xfrm>
          <a:prstGeom prst="roundRect">
            <a:avLst>
              <a:gd name="adj" fmla="val 571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85800" y="51114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85800" y="54406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 · 热力图 · 甘特图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197096" y="4983480"/>
            <a:ext cx="3611880" cy="960120"/>
          </a:xfrm>
          <a:prstGeom prst="roundRect">
            <a:avLst>
              <a:gd name="adj" fmla="val 571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425696" y="51114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425696" y="54406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 · 平板/移动 2D 固定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936992" y="4983480"/>
            <a:ext cx="3611880" cy="960120"/>
          </a:xfrm>
          <a:prstGeom prst="roundRect">
            <a:avLst>
              <a:gd name="adj" fmla="val 571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165592" y="51114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165592" y="54406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动态加载 · WebGL2 不可用自动降级 2D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57200" y="61722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三视图均为界面概念图，真实截图以系统演示为准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· 目标 ≥0.90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7,342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118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1,754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11,115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242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另有：10 职能域（5 大骨干 + 4 显式语义域（网络安全/AI应用与智能体/企业应用与系统/产品与项目管理）+ 通用兜底）·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注：09-04 实查 · 数据截至 graph_v20260903 快照（22570 节点/77065 边）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0.9632 · 匹配 0.9714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2026-09-04T15:57:53Z</dcterms:created>
  <dcterms:modified xsi:type="dcterms:W3CDTF">2026-09-04T15:57:53Z</dcterms:modified>
</cp:coreProperties>
</file>